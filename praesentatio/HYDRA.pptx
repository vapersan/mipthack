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7" r:id="rId3"/>
    <p:sldId id="275" r:id="rId4"/>
    <p:sldId id="278" r:id="rId5"/>
    <p:sldId id="279" r:id="rId6"/>
    <p:sldId id="280" r:id="rId7"/>
    <p:sldId id="281" r:id="rId8"/>
    <p:sldId id="282" r:id="rId9"/>
    <p:sldId id="284" r:id="rId10"/>
    <p:sldId id="285" r:id="rId11"/>
    <p:sldId id="276" r:id="rId12"/>
    <p:sldId id="283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B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C9F5C-36DE-456B-99E6-9B8D419B4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A7B43D-98D8-46BE-96F5-3E28C74B4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692628-52C4-4A3B-88AF-C30D852F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F00CAE-B222-41A6-9847-33850AAF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F43BE3-01A8-4532-AF1D-C8E7BBE0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43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18CD2-D553-4B45-A587-ADF123AA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A66199-775A-4D1A-8282-95629168E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5751ED-DAFB-449C-AA79-A2776D467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9412D5-F0A3-43DC-B53D-EAEB3479D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126576-0EC2-4F0F-947B-65F539E32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400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D81F6-2717-45BD-B41E-BEFB9964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C25823-F916-47E8-BBBB-AC6C3D774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6A2C94-3360-40C7-85E0-DAD7AE36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F30804-1F8C-4826-839D-C405D433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1D2643-9EF7-4EE0-959D-2C1F24D29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23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C40EC-B088-45BF-8EC3-9A1E57FB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92C74D-4365-4938-BD7E-A35F78C6C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CA7583-445C-4B75-B5EC-0C4B09A4A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C620B6-32DA-4827-A002-A00B455EB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122362-36EB-4AF0-B8A5-47AF9220E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4DF26C-C766-434C-AE4E-E85A289E9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16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0225A-6D89-4A4B-9EF5-DB0644002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2E5909-1C59-49F5-9A83-D8019CAD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F8854EB-E3B6-4527-B6E5-7AF29B40F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1091EA-4088-4B1A-B114-CA6713596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F4F581B-6D40-4087-A680-B78C5C4C1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1B51F4-E6B3-4FB6-9913-DEA4832F2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3512F50-04A4-4EF7-9AF5-4AD42C8B9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8A442EF-BBA7-4620-A112-3C139188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71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D1D222-F81C-4A1A-842B-D4E9E21BE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FE2D98-6E0D-4552-8360-E07EB981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715272-5336-4513-9B3D-F78A1F60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D28109-C7E3-457F-AEA0-1C02CFBB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451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D3B334-77E9-4FB8-AA8F-04931F8FF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CF6191-7A58-4DF8-B945-3DABC81A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E52161-9354-4ABF-8EEB-736E7B00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369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0E856-D8F0-4035-98FA-8E05F6138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492305-62DE-4763-B39C-86A8D4D5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C05211-68A3-40AC-8DB1-EAAAC9129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4D6839-C619-42F7-91F6-8007B3030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717294-0FF4-49CC-81F2-09718BDBF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D4C55C-31C1-428C-8CF1-A0BF9F6A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64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E9B5D-45A7-4DAE-8AD8-F0B4A387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FBF5C5B-40ED-409C-B885-657C25E376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A3D8321-6E18-4D14-861E-155FC5302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560BD7-5BA7-4480-BE46-1B677CF4D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BE09C4-CCBE-4C23-98E0-BEEC3631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F5331C-65D5-4FAA-8B2B-4919A7086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117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C94296-6B86-4040-84A8-E614093E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DBFC28-3941-49D1-B11B-B00D6E264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13C04D-64C5-4B1B-A631-679D94EF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372777-E124-4355-95AC-34C9BDA7D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AB91CF-DC61-4345-B994-89C47A3E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732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F419F52-3D8B-4A1D-A814-68412EC59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3C07E0-FD53-4138-8A11-28F77EE9D5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EB60B1-F667-4553-B656-0D3EEA34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6C5AA-6918-437F-8413-7E521072E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672B84-5DB3-405A-B485-6A6DB860F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46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704F76-ADE6-4FA8-A67E-A28300EC7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113DC2-3D04-48F2-B17E-CFA6A4AA1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288D11-6F80-4FEE-9236-47AF2DD44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FEFEC-DE95-4402-856B-5488D2FD425B}" type="datetimeFigureOut">
              <a:rPr lang="ru-RU" smtClean="0"/>
              <a:t>01.03.2020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DDAB2A-53B8-401A-9173-AB8264AA9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8EEB8E-FACC-4876-B174-050D7C768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C3C45-E903-446B-8FEF-ABFE133981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28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D5B9C4-FD46-459D-9366-63CB09219C2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423" y="1558514"/>
            <a:ext cx="3641154" cy="374097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C8FE43D-5992-4929-A794-4719A8C73B4B}"/>
              </a:ext>
            </a:extLst>
          </p:cNvPr>
          <p:cNvSpPr/>
          <p:nvPr/>
        </p:nvSpPr>
        <p:spPr>
          <a:xfrm>
            <a:off x="2760043" y="3244333"/>
            <a:ext cx="66719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spc="1000" dirty="0">
                <a:latin typeface="Montserrat" panose="00000500000000000000" pitchFamily="2" charset="-52"/>
              </a:rPr>
              <a:t>HYDRA</a:t>
            </a:r>
          </a:p>
        </p:txBody>
      </p:sp>
    </p:spTree>
    <p:extLst>
      <p:ext uri="{BB962C8B-B14F-4D97-AF65-F5344CB8AC3E}">
        <p14:creationId xmlns:p14="http://schemas.microsoft.com/office/powerpoint/2010/main" val="319246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0 0.31852 " pathEditMode="fixed" rAng="0" ptsTypes="AA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DC60-29D7-4107-BF24-9CA85085F51D}"/>
              </a:ext>
            </a:extLst>
          </p:cNvPr>
          <p:cNvSpPr/>
          <p:nvPr/>
        </p:nvSpPr>
        <p:spPr>
          <a:xfrm>
            <a:off x="226503" y="192947"/>
            <a:ext cx="16145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A899-6D10-49E9-8A51-97CA9380A77D}"/>
              </a:ext>
            </a:extLst>
          </p:cNvPr>
          <p:cNvSpPr txBox="1"/>
          <p:nvPr/>
        </p:nvSpPr>
        <p:spPr>
          <a:xfrm>
            <a:off x="791029" y="1757260"/>
            <a:ext cx="10609942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№ 2. «Система обратной связи по качеству образования» </a:t>
            </a:r>
          </a:p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№ 1. «Мобильное приложение “Мой физтех”»</a:t>
            </a:r>
          </a:p>
        </p:txBody>
      </p:sp>
    </p:spTree>
    <p:extLst>
      <p:ext uri="{BB962C8B-B14F-4D97-AF65-F5344CB8AC3E}">
        <p14:creationId xmlns:p14="http://schemas.microsoft.com/office/powerpoint/2010/main" val="321052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DC60-29D7-4107-BF24-9CA85085F51D}"/>
              </a:ext>
            </a:extLst>
          </p:cNvPr>
          <p:cNvSpPr/>
          <p:nvPr/>
        </p:nvSpPr>
        <p:spPr>
          <a:xfrm>
            <a:off x="226503" y="192947"/>
            <a:ext cx="32671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Суть проблемы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A899-6D10-49E9-8A51-97CA9380A77D}"/>
              </a:ext>
            </a:extLst>
          </p:cNvPr>
          <p:cNvSpPr txBox="1"/>
          <p:nvPr/>
        </p:nvSpPr>
        <p:spPr>
          <a:xfrm>
            <a:off x="791029" y="1757260"/>
            <a:ext cx="10609942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Во многих учебных заведениях существует проблема. Нет возможности анонимно оставить отзыв о качестве образования.</a:t>
            </a:r>
          </a:p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Сейчас всё это делается через посредников, что не гарантирует анонимность.</a:t>
            </a:r>
          </a:p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Люди обидчивы, и например если отзыв будет касаться какого-либо преподавателя, в конечном итоге это может коснуться будущего студента оставившего отзыв.</a:t>
            </a:r>
          </a:p>
        </p:txBody>
      </p:sp>
    </p:spTree>
    <p:extLst>
      <p:ext uri="{BB962C8B-B14F-4D97-AF65-F5344CB8AC3E}">
        <p14:creationId xmlns:p14="http://schemas.microsoft.com/office/powerpoint/2010/main" val="348154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DC60-29D7-4107-BF24-9CA85085F51D}"/>
              </a:ext>
            </a:extLst>
          </p:cNvPr>
          <p:cNvSpPr/>
          <p:nvPr/>
        </p:nvSpPr>
        <p:spPr>
          <a:xfrm>
            <a:off x="226503" y="192947"/>
            <a:ext cx="31999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Наше решение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A899-6D10-49E9-8A51-97CA9380A77D}"/>
              </a:ext>
            </a:extLst>
          </p:cNvPr>
          <p:cNvSpPr txBox="1"/>
          <p:nvPr/>
        </p:nvSpPr>
        <p:spPr>
          <a:xfrm>
            <a:off x="791029" y="1757260"/>
            <a:ext cx="5304971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Мы создали портал на котором любой авторизованный пользователь имеет возможность отправить отзыв.</a:t>
            </a:r>
          </a:p>
        </p:txBody>
      </p:sp>
    </p:spTree>
    <p:extLst>
      <p:ext uri="{BB962C8B-B14F-4D97-AF65-F5344CB8AC3E}">
        <p14:creationId xmlns:p14="http://schemas.microsoft.com/office/powerpoint/2010/main" val="212238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DC60-29D7-4107-BF24-9CA85085F51D}"/>
              </a:ext>
            </a:extLst>
          </p:cNvPr>
          <p:cNvSpPr/>
          <p:nvPr/>
        </p:nvSpPr>
        <p:spPr>
          <a:xfrm>
            <a:off x="226503" y="192947"/>
            <a:ext cx="31999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Наше решение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A899-6D10-49E9-8A51-97CA9380A77D}"/>
              </a:ext>
            </a:extLst>
          </p:cNvPr>
          <p:cNvSpPr txBox="1"/>
          <p:nvPr/>
        </p:nvSpPr>
        <p:spPr>
          <a:xfrm>
            <a:off x="791029" y="1757260"/>
            <a:ext cx="5304971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Администраторы портала, могут просматривать отправленные отзывы, в будущем планируется добавить возможность отвечать на отзывы.</a:t>
            </a:r>
          </a:p>
        </p:txBody>
      </p:sp>
    </p:spTree>
    <p:extLst>
      <p:ext uri="{BB962C8B-B14F-4D97-AF65-F5344CB8AC3E}">
        <p14:creationId xmlns:p14="http://schemas.microsoft.com/office/powerpoint/2010/main" val="275931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DC60-29D7-4107-BF24-9CA85085F51D}"/>
              </a:ext>
            </a:extLst>
          </p:cNvPr>
          <p:cNvSpPr/>
          <p:nvPr/>
        </p:nvSpPr>
        <p:spPr>
          <a:xfrm>
            <a:off x="226503" y="192947"/>
            <a:ext cx="31999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Наше решение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A899-6D10-49E9-8A51-97CA9380A77D}"/>
              </a:ext>
            </a:extLst>
          </p:cNvPr>
          <p:cNvSpPr txBox="1"/>
          <p:nvPr/>
        </p:nvSpPr>
        <p:spPr>
          <a:xfrm>
            <a:off x="791029" y="1757260"/>
            <a:ext cx="5304971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Отзыв может быть абсолютно любой, а благодаря машинному обучению мы можем классифицировать его и понять позитивный он или негативный.</a:t>
            </a:r>
          </a:p>
        </p:txBody>
      </p:sp>
    </p:spTree>
    <p:extLst>
      <p:ext uri="{BB962C8B-B14F-4D97-AF65-F5344CB8AC3E}">
        <p14:creationId xmlns:p14="http://schemas.microsoft.com/office/powerpoint/2010/main" val="73519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DC60-29D7-4107-BF24-9CA85085F51D}"/>
              </a:ext>
            </a:extLst>
          </p:cNvPr>
          <p:cNvSpPr/>
          <p:nvPr/>
        </p:nvSpPr>
        <p:spPr>
          <a:xfrm>
            <a:off x="226503" y="192947"/>
            <a:ext cx="31999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Наше решение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A899-6D10-49E9-8A51-97CA9380A77D}"/>
              </a:ext>
            </a:extLst>
          </p:cNvPr>
          <p:cNvSpPr txBox="1"/>
          <p:nvPr/>
        </p:nvSpPr>
        <p:spPr>
          <a:xfrm>
            <a:off x="791029" y="1757260"/>
            <a:ext cx="5304971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Добавили навык в </a:t>
            </a:r>
            <a:r>
              <a:rPr lang="ru-RU" sz="2800" dirty="0" err="1">
                <a:latin typeface="Montserrat" panose="00000500000000000000" pitchFamily="2" charset="-52"/>
              </a:rPr>
              <a:t>Яндекс.Станцию</a:t>
            </a:r>
            <a:r>
              <a:rPr lang="ru-RU" sz="2800" dirty="0">
                <a:latin typeface="Montserrat" panose="00000500000000000000" pitchFamily="2" charset="-52"/>
              </a:rPr>
              <a:t> где вы можете в голосовой форме оставить отзыв. Просто, потому что мы можем это сделать, ну а вдруг это удобно.</a:t>
            </a:r>
          </a:p>
        </p:txBody>
      </p:sp>
    </p:spTree>
    <p:extLst>
      <p:ext uri="{BB962C8B-B14F-4D97-AF65-F5344CB8AC3E}">
        <p14:creationId xmlns:p14="http://schemas.microsoft.com/office/powerpoint/2010/main" val="221268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DC60-29D7-4107-BF24-9CA85085F51D}"/>
              </a:ext>
            </a:extLst>
          </p:cNvPr>
          <p:cNvSpPr/>
          <p:nvPr/>
        </p:nvSpPr>
        <p:spPr>
          <a:xfrm>
            <a:off x="226503" y="192947"/>
            <a:ext cx="31999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Наше решение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A899-6D10-49E9-8A51-97CA9380A77D}"/>
              </a:ext>
            </a:extLst>
          </p:cNvPr>
          <p:cNvSpPr txBox="1"/>
          <p:nvPr/>
        </p:nvSpPr>
        <p:spPr>
          <a:xfrm>
            <a:off x="791029" y="1757260"/>
            <a:ext cx="5304971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Приятным бонусом стало наше </a:t>
            </a:r>
            <a:r>
              <a:rPr lang="ru-RU" sz="2800" dirty="0" err="1">
                <a:latin typeface="Montserrat" panose="00000500000000000000" pitchFamily="2" charset="-52"/>
              </a:rPr>
              <a:t>Android</a:t>
            </a:r>
            <a:r>
              <a:rPr lang="ru-RU" sz="2800" dirty="0">
                <a:latin typeface="Montserrat" panose="00000500000000000000" pitchFamily="2" charset="-52"/>
              </a:rPr>
              <a:t> приложение с личным кабинетом, расписанием и возможностью отправить фидбек используя приложения.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3AFB2F-33BE-412C-ACBA-163B356E6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971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6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DC60-29D7-4107-BF24-9CA85085F51D}"/>
              </a:ext>
            </a:extLst>
          </p:cNvPr>
          <p:cNvSpPr/>
          <p:nvPr/>
        </p:nvSpPr>
        <p:spPr>
          <a:xfrm>
            <a:off x="226503" y="192947"/>
            <a:ext cx="31999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Наше решение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A899-6D10-49E9-8A51-97CA9380A77D}"/>
              </a:ext>
            </a:extLst>
          </p:cNvPr>
          <p:cNvSpPr txBox="1"/>
          <p:nvPr/>
        </p:nvSpPr>
        <p:spPr>
          <a:xfrm>
            <a:off x="791029" y="1757260"/>
            <a:ext cx="5304971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Приятным бонусом стало наше </a:t>
            </a:r>
            <a:r>
              <a:rPr lang="ru-RU" sz="2800" dirty="0" err="1">
                <a:latin typeface="Montserrat" panose="00000500000000000000" pitchFamily="2" charset="-52"/>
              </a:rPr>
              <a:t>Android</a:t>
            </a:r>
            <a:r>
              <a:rPr lang="ru-RU" sz="2800" dirty="0">
                <a:latin typeface="Montserrat" panose="00000500000000000000" pitchFamily="2" charset="-52"/>
              </a:rPr>
              <a:t> приложение с личным кабинетом, расписанием и возможностью отправить фидбек используя приложения.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5DA5FB-C3DC-4DAF-99EF-D5597C8A1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971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6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DC60-29D7-4107-BF24-9CA85085F51D}"/>
              </a:ext>
            </a:extLst>
          </p:cNvPr>
          <p:cNvSpPr/>
          <p:nvPr/>
        </p:nvSpPr>
        <p:spPr>
          <a:xfrm>
            <a:off x="226503" y="192947"/>
            <a:ext cx="31999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Наше решение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03A899-6D10-49E9-8A51-97CA9380A77D}"/>
              </a:ext>
            </a:extLst>
          </p:cNvPr>
          <p:cNvSpPr txBox="1"/>
          <p:nvPr/>
        </p:nvSpPr>
        <p:spPr>
          <a:xfrm>
            <a:off x="791029" y="1757260"/>
            <a:ext cx="5304971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latin typeface="Montserrat" panose="00000500000000000000" pitchFamily="2" charset="-52"/>
              </a:rPr>
              <a:t>Приятным бонусом стало наше </a:t>
            </a:r>
            <a:r>
              <a:rPr lang="ru-RU" sz="2800" dirty="0" err="1">
                <a:latin typeface="Montserrat" panose="00000500000000000000" pitchFamily="2" charset="-52"/>
              </a:rPr>
              <a:t>Android</a:t>
            </a:r>
            <a:r>
              <a:rPr lang="ru-RU" sz="2800" dirty="0">
                <a:latin typeface="Montserrat" panose="00000500000000000000" pitchFamily="2" charset="-52"/>
              </a:rPr>
              <a:t> приложение с личным кабинетом, расписанием и возможностью отправить фидбек используя приложения.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5471B4-C7AC-41D3-A0F7-04D112DE6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971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6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DC60-29D7-4107-BF24-9CA85085F51D}"/>
              </a:ext>
            </a:extLst>
          </p:cNvPr>
          <p:cNvSpPr/>
          <p:nvPr/>
        </p:nvSpPr>
        <p:spPr>
          <a:xfrm>
            <a:off x="4429005" y="3105834"/>
            <a:ext cx="3333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Вопросы судей</a:t>
            </a:r>
          </a:p>
        </p:txBody>
      </p:sp>
    </p:spTree>
    <p:extLst>
      <p:ext uri="{BB962C8B-B14F-4D97-AF65-F5344CB8AC3E}">
        <p14:creationId xmlns:p14="http://schemas.microsoft.com/office/powerpoint/2010/main" val="229870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744DC60-29D7-4107-BF24-9CA85085F51D}"/>
              </a:ext>
            </a:extLst>
          </p:cNvPr>
          <p:cNvSpPr/>
          <p:nvPr/>
        </p:nvSpPr>
        <p:spPr>
          <a:xfrm>
            <a:off x="3777903" y="3105834"/>
            <a:ext cx="4636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69958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230</Words>
  <Application>Microsoft Office PowerPoint</Application>
  <PresentationFormat>Широкоэкранный</PresentationFormat>
  <Paragraphs>24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Montserrat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VAPERSAN</dc:creator>
  <cp:lastModifiedBy>MODULE URAN</cp:lastModifiedBy>
  <cp:revision>67</cp:revision>
  <dcterms:created xsi:type="dcterms:W3CDTF">2019-11-30T21:55:33Z</dcterms:created>
  <dcterms:modified xsi:type="dcterms:W3CDTF">2020-03-01T12:40:48Z</dcterms:modified>
</cp:coreProperties>
</file>