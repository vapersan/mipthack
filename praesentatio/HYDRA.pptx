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8" r:id="rId3"/>
    <p:sldId id="269" r:id="rId4"/>
    <p:sldId id="270" r:id="rId5"/>
    <p:sldId id="273" r:id="rId6"/>
    <p:sldId id="271" r:id="rId7"/>
    <p:sldId id="272" r:id="rId8"/>
    <p:sldId id="274" r:id="rId9"/>
    <p:sldId id="275" r:id="rId10"/>
    <p:sldId id="276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B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AC9F5C-36DE-456B-99E6-9B8D419B4F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EA7B43D-98D8-46BE-96F5-3E28C74B4D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692628-52C4-4A3B-88AF-C30D852F4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8F00CAE-B222-41A6-9847-33850AAFA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7F43BE3-01A8-4532-AF1D-C8E7BBE08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1431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518CD2-D553-4B45-A587-ADF123AAC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A66199-775A-4D1A-8282-95629168E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35751ED-DAFB-449C-AA79-A2776D467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9412D5-F0A3-43DC-B53D-EAEB3479D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B126576-0EC2-4F0F-947B-65F539E32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4400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BD81F6-2717-45BD-B41E-BEFB9964F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AC25823-F916-47E8-BBBB-AC6C3D774C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C6A2C94-3360-40C7-85E0-DAD7AE360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F30804-1F8C-4826-839D-C405D433B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1D2643-9EF7-4EE0-959D-2C1F24D29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8231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4C40EC-B088-45BF-8EC3-9A1E57FBB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92C74D-4365-4938-BD7E-A35F78C6CE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2CA7583-445C-4B75-B5EC-0C4B09A4A3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6C620B6-32DA-4827-A002-A00B455EB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4122362-36EB-4AF0-B8A5-47AF9220E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04DF26C-C766-434C-AE4E-E85A289E9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01656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F0225A-6D89-4A4B-9EF5-DB0644002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82E5909-1C59-49F5-9A83-D8019CAD0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F8854EB-E3B6-4527-B6E5-7AF29B40F6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1091EA-4088-4B1A-B114-CA67135969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F4F581B-6D40-4087-A680-B78C5C4C15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81B51F4-E6B3-4FB6-9913-DEA4832F2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3512F50-04A4-4EF7-9AF5-4AD42C8B9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8A442EF-BBA7-4620-A112-3C139188E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1714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D1D222-F81C-4A1A-842B-D4E9E21BE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6FE2D98-6E0D-4552-8360-E07EB9818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9715272-5336-4513-9B3D-F78A1F600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7D28109-C7E3-457F-AEA0-1C02CFBB4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7451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4AD3B334-77E9-4FB8-AA8F-04931F8FF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CCF6191-7A58-4DF8-B945-3DABC81AF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5E52161-9354-4ABF-8EEB-736E7B002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6369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90E856-D8F0-4035-98FA-8E05F6138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492305-62DE-4763-B39C-86A8D4D58E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9C05211-68A3-40AC-8DB1-EAAAC91291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54D6839-C619-42F7-91F6-8007B3030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D717294-0FF4-49CC-81F2-09718BDBF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4D4C55C-31C1-428C-8CF1-A0BF9F6AF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9644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6E9B5D-45A7-4DAE-8AD8-F0B4A3878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FBF5C5B-40ED-409C-B885-657C25E376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A3D8321-6E18-4D14-861E-155FC5302C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6560BD7-5BA7-4480-BE46-1B677CF4D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CBE09C4-CCBE-4C23-98E0-BEEC3631A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1F5331C-65D5-4FAA-8B2B-4919A7086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01174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C94296-6B86-4040-84A8-E614093EC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7DBFC28-3941-49D1-B11B-B00D6E2645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13C04D-64C5-4B1B-A631-679D94EF5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372777-E124-4355-95AC-34C9BDA7D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AB91CF-DC61-4345-B994-89C47A3EE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8732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F419F52-3D8B-4A1D-A814-68412EC599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C3C07E0-FD53-4138-8A11-28F77EE9D5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0EB60B1-F667-4553-B656-0D3EEA34C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D86C5AA-6918-437F-8413-7E521072E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0672B84-5DB3-405A-B485-6A6DB860F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5467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704F76-ADE6-4FA8-A67E-A28300EC7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3113DC2-3D04-48F2-B17E-CFA6A4AA1E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288D11-6F80-4FEE-9236-47AF2DD44E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7DDAB2A-53B8-401A-9173-AB8264AA9E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8EEB8E-FACC-4876-B174-050D7C768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728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D5B9C4-FD46-459D-9366-63CB09219C2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423" y="1558514"/>
            <a:ext cx="3641154" cy="3740971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C8FE43D-5992-4929-A794-4719A8C73B4B}"/>
              </a:ext>
            </a:extLst>
          </p:cNvPr>
          <p:cNvSpPr/>
          <p:nvPr/>
        </p:nvSpPr>
        <p:spPr>
          <a:xfrm>
            <a:off x="2760043" y="3244333"/>
            <a:ext cx="667191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b="1" spc="1000" dirty="0">
                <a:latin typeface="Montserrat" panose="00000500000000000000" pitchFamily="2" charset="-52"/>
              </a:rPr>
              <a:t>HYDRA</a:t>
            </a:r>
          </a:p>
        </p:txBody>
      </p:sp>
    </p:spTree>
    <p:extLst>
      <p:ext uri="{BB962C8B-B14F-4D97-AF65-F5344CB8AC3E}">
        <p14:creationId xmlns:p14="http://schemas.microsoft.com/office/powerpoint/2010/main" val="3192463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1.48148E-6 L 0 0.31852 " pathEditMode="fixed" rAng="0" ptsTypes="AA">
                                      <p:cBhvr>
                                        <p:cTn id="9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524271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rgbClr val="007B8D"/>
                </a:solidFill>
                <a:latin typeface="Montserrat" panose="00000500000000000000" pitchFamily="2" charset="-52"/>
              </a:rPr>
              <a:t>Какой трек мы выбрали?</a:t>
            </a:r>
          </a:p>
        </p:txBody>
      </p:sp>
    </p:spTree>
    <p:extLst>
      <p:ext uri="{BB962C8B-B14F-4D97-AF65-F5344CB8AC3E}">
        <p14:creationId xmlns:p14="http://schemas.microsoft.com/office/powerpoint/2010/main" val="734982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419146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rgbClr val="007B8D"/>
                </a:solidFill>
                <a:latin typeface="Montserrat" panose="00000500000000000000" pitchFamily="2" charset="-52"/>
              </a:rPr>
              <a:t>Что мы не сделали?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10609942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Montserrat" panose="00000500000000000000" pitchFamily="2" charset="-52"/>
              </a:rPr>
              <a:t>text</a:t>
            </a:r>
            <a:endParaRPr lang="ru-RU" sz="2800" dirty="0"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748454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370736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rgbClr val="007B8D"/>
                </a:solidFill>
                <a:latin typeface="Montserrat" panose="00000500000000000000" pitchFamily="2" charset="-52"/>
              </a:rPr>
              <a:t>Что мы сделали?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10609942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Montserrat" panose="00000500000000000000" pitchFamily="2" charset="-52"/>
              </a:rPr>
              <a:t>text</a:t>
            </a:r>
            <a:endParaRPr lang="ru-RU" sz="2800" dirty="0"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655328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828124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rgbClr val="007B8D"/>
                </a:solidFill>
                <a:latin typeface="Montserrat" panose="00000500000000000000" pitchFamily="2" charset="-52"/>
              </a:rPr>
              <a:t>С какими проблемами мы столкнулись?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10609942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Montserrat" panose="00000500000000000000" pitchFamily="2" charset="-52"/>
              </a:rPr>
              <a:t>text</a:t>
            </a:r>
            <a:endParaRPr lang="ru-RU" sz="2800" dirty="0"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469122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626844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rgbClr val="007B8D"/>
                </a:solidFill>
                <a:latin typeface="Montserrat" panose="00000500000000000000" pitchFamily="2" charset="-52"/>
              </a:rPr>
              <a:t>Какие проблемы мы решили?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10609942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Montserrat" panose="00000500000000000000" pitchFamily="2" charset="-52"/>
              </a:rPr>
              <a:t>text</a:t>
            </a:r>
            <a:endParaRPr lang="ru-RU" sz="2800" dirty="0"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4177569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915763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rgbClr val="007B8D"/>
                </a:solidFill>
                <a:latin typeface="Montserrat" panose="00000500000000000000" pitchFamily="2" charset="-52"/>
              </a:rPr>
              <a:t>Какие проблемы всё ещё требуют решения?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10609942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Montserrat" panose="00000500000000000000" pitchFamily="2" charset="-52"/>
              </a:rPr>
              <a:t>text</a:t>
            </a:r>
            <a:endParaRPr lang="ru-RU" sz="2800" dirty="0"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9047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293028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007B8D"/>
                </a:solidFill>
                <a:latin typeface="Montserrat" panose="00000500000000000000" pitchFamily="2" charset="-52"/>
              </a:rPr>
              <a:t>Android-client</a:t>
            </a:r>
            <a:endParaRPr lang="ru-RU" sz="3600" b="1" dirty="0">
              <a:solidFill>
                <a:srgbClr val="007B8D"/>
              </a:solidFill>
              <a:latin typeface="Montserrat" panose="00000500000000000000" pitchFamily="2" charset="-5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10609942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Montserrat" panose="00000500000000000000" pitchFamily="2" charset="-52"/>
              </a:rPr>
              <a:t>text</a:t>
            </a:r>
            <a:endParaRPr lang="ru-RU" sz="2800" dirty="0"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491508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8420895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rgbClr val="007B8D"/>
                </a:solidFill>
                <a:latin typeface="Montserrat" panose="00000500000000000000" pitchFamily="2" charset="-52"/>
              </a:rPr>
              <a:t>Обратная связь по качеству образования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10609942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Montserrat" panose="00000500000000000000" pitchFamily="2" charset="-52"/>
              </a:rPr>
              <a:t>text</a:t>
            </a:r>
            <a:endParaRPr lang="ru-RU" sz="2800" dirty="0"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481548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367581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3600" b="1" dirty="0">
                <a:solidFill>
                  <a:srgbClr val="007B8D"/>
                </a:solidFill>
                <a:latin typeface="Montserrat" panose="00000500000000000000" pitchFamily="2" charset="-52"/>
              </a:rPr>
              <a:t>Было бы время…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10609942" cy="13181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800" dirty="0">
                <a:latin typeface="Montserrat" panose="00000500000000000000" pitchFamily="2" charset="-52"/>
              </a:rPr>
              <a:t>//текст о том что если было бы время, можно было бы решить все 4 таска на одном сайте и в </a:t>
            </a:r>
            <a:r>
              <a:rPr lang="ru-RU" sz="2800">
                <a:latin typeface="Montserrat" panose="00000500000000000000" pitchFamily="2" charset="-52"/>
              </a:rPr>
              <a:t>одном приложении  </a:t>
            </a:r>
            <a:endParaRPr lang="ru-RU" sz="2800" dirty="0"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298706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545</TotalTime>
  <Words>74</Words>
  <Application>Microsoft Office PowerPoint</Application>
  <PresentationFormat>Широкоэкранный</PresentationFormat>
  <Paragraphs>18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Montserrat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VAPERSAN</dc:creator>
  <cp:lastModifiedBy>MODULE URAN</cp:lastModifiedBy>
  <cp:revision>62</cp:revision>
  <dcterms:created xsi:type="dcterms:W3CDTF">2019-11-30T21:55:33Z</dcterms:created>
  <dcterms:modified xsi:type="dcterms:W3CDTF">2020-03-01T07:24:30Z</dcterms:modified>
</cp:coreProperties>
</file>